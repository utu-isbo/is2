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nivel2-intermedio.ppt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74320"/>
            <a:ext cx="420624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6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2EA44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Principiante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 con Git y GitHub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2064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52344" y="5120640"/>
            <a:ext cx="161848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51206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35424" y="512064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5120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06056" y="5120640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6056" y="5120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Temario de este nivel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ejes, con conceptos, comandos e imágenes de referencia.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83664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 y GitHub?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8836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antes de escribir el primer comando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712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724912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72491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clonar, README, .gitignore + comandos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124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ramifica y se fusiona el código + comandos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5371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407408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40740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labels y un tablero Kanban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94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248656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524865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stage y prod: el camino de un cambio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Git y qué es GitHub?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24292F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194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control de versiones: guarda el historial de cambios de tu código en tu propia computadora, funciona sin internet.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2EA44F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2194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766560" y="32004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en la nube donde subís tus repositorios de Git para respaldarlos, compartirlos y colaborar con otras personas.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482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664208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clonar un repo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664208"/>
            <a:ext cx="5852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 público o privado que contiene todo tu proyecto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112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127248"/>
            <a:ext cx="5852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que explica qué es el proyecto y cómo usarlo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743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590288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4590288"/>
            <a:ext cx="5852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archivos y carpetas que Git debe ignorar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esenciales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0" cy="3950208"/>
          </a:xfrm>
          <a:prstGeom prst="roundRect">
            <a:avLst>
              <a:gd name="adj" fmla="val 208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653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 repositorio nuevo en la carpeta actual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Clonar un repositorio existente de GitHub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68833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https://github.com/usuario/repo.git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29626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los cambios al área de preparación (staging)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3236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35112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Confirmar los cambios con un mensaje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" y="37856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"mensaje descriptivo"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05993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los cambios a GitHub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43342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" y="4608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Traer los cambios más recientes del repositorio remoto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" y="48828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5046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ciclo — add, commit, push — es el que vas a repetir cada vez que guardes trabajo en GitHub.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Branches: cómo funcionan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4206240"/>
            <a:ext cx="950976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2651760"/>
            <a:ext cx="0" cy="1554480"/>
          </a:xfrm>
          <a:prstGeom prst="line">
            <a:avLst/>
          </a:prstGeom>
          <a:noFill/>
          <a:ln w="31750">
            <a:solidFill>
              <a:srgbClr val="2EA44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931920" y="2651760"/>
            <a:ext cx="3931920" cy="0"/>
          </a:xfrm>
          <a:prstGeom prst="line">
            <a:avLst/>
          </a:prstGeom>
          <a:noFill/>
          <a:ln w="31750">
            <a:solidFill>
              <a:srgbClr val="2EA4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2651760"/>
            <a:ext cx="0" cy="1554480"/>
          </a:xfrm>
          <a:prstGeom prst="line">
            <a:avLst/>
          </a:prstGeom>
          <a:noFill/>
          <a:ln w="31750">
            <a:solidFill>
              <a:srgbClr val="2EA44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6696" y="4105656"/>
            <a:ext cx="201168" cy="201168"/>
          </a:xfrm>
          <a:prstGeom prst="ellipse">
            <a:avLst/>
          </a:prstGeom>
          <a:solidFill>
            <a:srgbClr val="2429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4105656"/>
            <a:ext cx="201168" cy="201168"/>
          </a:xfrm>
          <a:prstGeom prst="ellipse">
            <a:avLst/>
          </a:prstGeom>
          <a:solidFill>
            <a:srgbClr val="2429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06456" y="4105656"/>
            <a:ext cx="201168" cy="201168"/>
          </a:xfrm>
          <a:prstGeom prst="ellipse">
            <a:avLst/>
          </a:prstGeom>
          <a:solidFill>
            <a:srgbClr val="2429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4968" y="4087368"/>
            <a:ext cx="237744" cy="237744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1456" y="2551176"/>
            <a:ext cx="201168" cy="201168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51576" y="2551176"/>
            <a:ext cx="201168" cy="201168"/>
          </a:xfrm>
          <a:prstGeom prst="ellipse">
            <a:avLst/>
          </a:prstGeom>
          <a:solidFill>
            <a:srgbClr val="2EA4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feature/nueva-funcion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 /</a:t>
            </a:r>
            <a:endParaRPr lang="en-US" sz="1050" dirty="0"/>
          </a:p>
          <a:p>
            <a:pPr algn="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-b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branch te deja trabajar en algo nuevo sin tocar main. Cuando termina, se abre un Pull Request y se fusiona (merge) de vuelta.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esenciales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0" cy="2852928"/>
          </a:xfrm>
          <a:prstGeom prst="roundRect">
            <a:avLst>
              <a:gd name="adj" fmla="val 288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371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653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una branch nueva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nueva-funcion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la branch y cambiarte a ella en un solo paso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68833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nueva-funcion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29626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Volver a la branch main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3236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35112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Fusionar los cambios de la branch en main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" y="378561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A4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nueva-funcion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44074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GitHub, el merge normalmente se hace a través de un Pull Request, no solo por comandos: así el equipo puede revisar los cambios antes de fusionarlos.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y labels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tarea, idea o bug reportado sobre el proyecto. Tiene título, descripción y comentarios.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303520"/>
            <a:ext cx="580644" cy="329184"/>
          </a:xfrm>
          <a:prstGeom prst="roundRect">
            <a:avLst>
              <a:gd name="adj" fmla="val 50000"/>
            </a:avLst>
          </a:prstGeom>
          <a:solidFill>
            <a:srgbClr val="D73A4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303520"/>
            <a:ext cx="5806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3712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 de color para clasificar y priorizar Issues rápidamente de un vistazo.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53712" y="5303520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A2EEEF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5303520"/>
            <a:ext cx="1275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Asignación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30184" y="26060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Issue se puede asignar a una persona responsable de resolverlo.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30184" y="5303520"/>
            <a:ext cx="1275588" cy="329184"/>
          </a:xfrm>
          <a:prstGeom prst="roundRect">
            <a:avLst>
              <a:gd name="adj" fmla="val 50000"/>
            </a:avLst>
          </a:prstGeom>
          <a:solidFill>
            <a:srgbClr val="008672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5303520"/>
            <a:ext cx="1275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wanted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simple (GitHub Projects)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745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7606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 (2)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240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README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53512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9535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.gitignore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07992" y="18745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(1)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07992" y="2240280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2240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usuarios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18745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513064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 (3)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84464" y="2240280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21624" y="22402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del repo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84464" y="2953512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21624" y="29535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commit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84464" y="3666744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21624" y="36667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Pull Request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dev, stage y prod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cambio no llega directo a producción: primero se prueba en ambientes intermedios.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2EA44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se programan y prueban los cambios nuevos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566160"/>
            <a:ext cx="96012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9A6700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9204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611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copia parecida a producción para validar todo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43800" y="3566160"/>
            <a:ext cx="96012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03920" y="237744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CF222E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0" y="3090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3611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ambiente real que usan las personas usuarias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0" y="3291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3291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principiante alcanza con entender el concepto: la configuración real de ambientes en GitHub se ve en el Nivel 2.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Continuá con el Nivel 2: Intermedio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52344" y="2286000"/>
            <a:ext cx="161848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344" y="228600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35424" y="22860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06056" y="2286000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2EA4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06056" y="228600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EA4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→</a:t>
            </a:r>
            <a:endParaRPr lang="en-US" sz="1100" dirty="0"/>
          </a:p>
        </p:txBody>
      </p:sp>
      <p:sp>
        <p:nvSpPr>
          <p:cNvPr id="14" name="Text 12">
            <a:hlinkClick r:id="rId1" tooltip="Abrir nivel2-intermedio.pptx"/>
          </p:cNvPr>
          <p:cNvSpPr/>
          <p:nvPr/>
        </p:nvSpPr>
        <p:spPr>
          <a:xfrm>
            <a:off x="86868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Abrir nivel2-intermedio.ppt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Nivel 2: Intermedio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archivos .pptx deben guardarse en la misma carpeta para que los enlaces funcionen.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1 — Principiante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2026-08-10T20:08:55Z</dcterms:created>
  <dcterms:modified xsi:type="dcterms:W3CDTF">2026-08-10T20:08:55Z</dcterms:modified>
</cp:coreProperties>
</file>