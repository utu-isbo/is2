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nivel3-avanzado.pptx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331720"/>
            <a:ext cx="1554480" cy="502920"/>
          </a:xfrm>
          <a:prstGeom prst="roundRect">
            <a:avLst>
              <a:gd name="adj" fmla="val 50909"/>
            </a:avLst>
          </a:prstGeom>
          <a:solidFill>
            <a:srgbClr val="F778B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3317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Roadmap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" y="33375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Pages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43434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F77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Portafolio de proyectos de software, publicado desde tu propio repo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512064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161B22"/>
          </a:solidFill>
          <a:ln w="12700">
            <a:solidFill>
              <a:srgbClr val="F778B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512064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386584" y="5120640"/>
            <a:ext cx="1965960" cy="384048"/>
          </a:xfrm>
          <a:prstGeom prst="roundRect">
            <a:avLst>
              <a:gd name="adj" fmla="val 19048"/>
            </a:avLst>
          </a:prstGeom>
          <a:solidFill>
            <a:srgbClr val="161B22"/>
          </a:solidFill>
          <a:ln w="12700">
            <a:solidFill>
              <a:srgbClr val="F778B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86584" y="512064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Activación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98848" y="5120640"/>
            <a:ext cx="1965960" cy="384048"/>
          </a:xfrm>
          <a:prstGeom prst="roundRect">
            <a:avLst>
              <a:gd name="adj" fmla="val 19048"/>
            </a:avLst>
          </a:prstGeom>
          <a:solidFill>
            <a:srgbClr val="161B22"/>
          </a:solidFill>
          <a:ln w="12700">
            <a:solidFill>
              <a:srgbClr val="F778B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98848" y="512064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611112" y="512064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161B22"/>
          </a:solidFill>
          <a:ln w="12700">
            <a:solidFill>
              <a:srgbClr val="F778B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11112" y="512064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357616" y="5120640"/>
            <a:ext cx="1691640" cy="384048"/>
          </a:xfrm>
          <a:prstGeom prst="roundRect">
            <a:avLst>
              <a:gd name="adj" fmla="val 19048"/>
            </a:avLst>
          </a:prstGeom>
          <a:solidFill>
            <a:srgbClr val="161B22"/>
          </a:solidFill>
          <a:ln w="12700">
            <a:solidFill>
              <a:srgbClr val="F778B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57616" y="512064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321040" y="822960"/>
            <a:ext cx="31089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21040" y="822960"/>
            <a:ext cx="3108960" cy="457200"/>
          </a:xfrm>
          <a:prstGeom prst="roundRect">
            <a:avLst>
              <a:gd name="adj" fmla="val 20000"/>
            </a:avLst>
          </a:prstGeom>
          <a:solidFill>
            <a:srgbClr val="F0F2F5"/>
          </a:solidFill>
          <a:ln/>
        </p:spPr>
      </p:sp>
      <p:sp>
        <p:nvSpPr>
          <p:cNvPr id="19" name="Shape 17"/>
          <p:cNvSpPr/>
          <p:nvPr/>
        </p:nvSpPr>
        <p:spPr>
          <a:xfrm>
            <a:off x="8503920" y="996696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0" name="Shape 18"/>
          <p:cNvSpPr/>
          <p:nvPr/>
        </p:nvSpPr>
        <p:spPr>
          <a:xfrm>
            <a:off x="8723376" y="996696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1" name="Shape 19"/>
          <p:cNvSpPr/>
          <p:nvPr/>
        </p:nvSpPr>
        <p:spPr>
          <a:xfrm>
            <a:off x="8942832" y="996696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2" name="Shape 20"/>
          <p:cNvSpPr/>
          <p:nvPr/>
        </p:nvSpPr>
        <p:spPr>
          <a:xfrm>
            <a:off x="9326880" y="914400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09760" y="9144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usuario.github.io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321040" y="1280160"/>
            <a:ext cx="3108960" cy="1737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1417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 Pérez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50392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7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de proyectos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503920" y="2148840"/>
            <a:ext cx="1280160" cy="685800"/>
          </a:xfrm>
          <a:prstGeom prst="roundRect">
            <a:avLst>
              <a:gd name="adj" fmla="val 8000"/>
            </a:avLst>
          </a:prstGeom>
          <a:solidFill>
            <a:srgbClr val="21262D"/>
          </a:solidFill>
          <a:ln/>
        </p:spPr>
      </p:sp>
      <p:sp>
        <p:nvSpPr>
          <p:cNvPr id="28" name="Shape 26"/>
          <p:cNvSpPr/>
          <p:nvPr/>
        </p:nvSpPr>
        <p:spPr>
          <a:xfrm>
            <a:off x="9966960" y="2148840"/>
            <a:ext cx="1280160" cy="685800"/>
          </a:xfrm>
          <a:prstGeom prst="roundRect">
            <a:avLst>
              <a:gd name="adj" fmla="val 8000"/>
            </a:avLst>
          </a:prstGeom>
          <a:solidFill>
            <a:srgbClr val="21262D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Roadmap  ·  Bonus — GitHub Pages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cero a portafolio publicado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a usar como ejemplo el portafolio de una persona que quiere mostrar sus proyectos de software.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0253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F778B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02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80160" y="1837944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GitHub Pages?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577840" y="1837944"/>
            <a:ext cx="5852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Sitios estáticos servidos directo desde tu repo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679192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898648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F778B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98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2734056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Activarlo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577840" y="2734056"/>
            <a:ext cx="5852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Pages, branch, carpeta o Actions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575304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79476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F778BA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794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80160" y="3630168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del portafolio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577840" y="3630168"/>
            <a:ext cx="5852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organizar el repo y el contenido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471416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690872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F778BA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690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80160" y="4526280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del sitio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577840" y="4526280"/>
            <a:ext cx="5852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Secciones típicas y un case study de un proyecto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367528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5586984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F778BA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5869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80160" y="5422392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 personalizado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577840" y="5422392"/>
            <a:ext cx="5852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CNAME, DNS y HTTPS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Roadmap  ·  Bonus — GitHub Pages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F778B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de 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713232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GitHub Pages?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hosting gratuito para sitios estáticos (HTML, CSS, JS) que GitHub sirve directamente desde un repositorio, sin servidor propio.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292608" cy="292608"/>
          </a:xfrm>
          <a:prstGeom prst="ellipse">
            <a:avLst/>
          </a:prstGeom>
          <a:solidFill>
            <a:srgbClr val="F778B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651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2651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Gratis  </a:t>
            </a:r>
            <a:pPr indent="0" marL="0"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costo para repos públicos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218688"/>
            <a:ext cx="292608" cy="292608"/>
          </a:xfrm>
          <a:prstGeom prst="ellipse">
            <a:avLst/>
          </a:prstGeom>
          <a:solidFill>
            <a:srgbClr val="F778B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218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32186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incluido  </a:t>
            </a:r>
            <a:pPr indent="0" marL="0"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Certificado automático, también con dominio propio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785616"/>
            <a:ext cx="292608" cy="292608"/>
          </a:xfrm>
          <a:prstGeom prst="ellipse">
            <a:avLst/>
          </a:prstGeom>
          <a:solidFill>
            <a:srgbClr val="F778B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785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378561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actualiza solo  </a:t>
            </a:r>
            <a:pPr indent="0" marL="0"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push a la branch configurada republica el sitio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0" y="1554480"/>
            <a:ext cx="502920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0" y="1554480"/>
            <a:ext cx="5029200" cy="457200"/>
          </a:xfrm>
          <a:prstGeom prst="roundRect">
            <a:avLst>
              <a:gd name="adj" fmla="val 20000"/>
            </a:avLst>
          </a:prstGeom>
          <a:solidFill>
            <a:srgbClr val="F0F2F5"/>
          </a:solidFill>
          <a:ln/>
        </p:spPr>
      </p:sp>
      <p:sp>
        <p:nvSpPr>
          <p:cNvPr id="18" name="Shape 16"/>
          <p:cNvSpPr/>
          <p:nvPr/>
        </p:nvSpPr>
        <p:spPr>
          <a:xfrm>
            <a:off x="6583680" y="1728216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9" name="Shape 17"/>
          <p:cNvSpPr/>
          <p:nvPr/>
        </p:nvSpPr>
        <p:spPr>
          <a:xfrm>
            <a:off x="6803136" y="1728216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0" name="Shape 18"/>
          <p:cNvSpPr/>
          <p:nvPr/>
        </p:nvSpPr>
        <p:spPr>
          <a:xfrm>
            <a:off x="7022592" y="1728216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1" name="Shape 19"/>
          <p:cNvSpPr/>
          <p:nvPr/>
        </p:nvSpPr>
        <p:spPr>
          <a:xfrm>
            <a:off x="7406640" y="1645920"/>
            <a:ext cx="37490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9520" y="1645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ana-perez.github.io/portfolio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2011680"/>
            <a:ext cx="5029200" cy="338328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2240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 Pérez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675120" y="2697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7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Desarrolladora de software · Proyectos seleccionados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675120" y="3246120"/>
            <a:ext cx="1463040" cy="1828800"/>
          </a:xfrm>
          <a:prstGeom prst="roundRect">
            <a:avLst>
              <a:gd name="adj" fmla="val 5000"/>
            </a:avLst>
          </a:prstGeom>
          <a:solidFill>
            <a:srgbClr val="21262D"/>
          </a:solidFill>
          <a:ln/>
        </p:spPr>
      </p:sp>
      <p:sp>
        <p:nvSpPr>
          <p:cNvPr id="27" name="Shape 25"/>
          <p:cNvSpPr/>
          <p:nvPr/>
        </p:nvSpPr>
        <p:spPr>
          <a:xfrm>
            <a:off x="6812280" y="3383280"/>
            <a:ext cx="1188720" cy="822960"/>
          </a:xfrm>
          <a:prstGeom prst="roundRect">
            <a:avLst>
              <a:gd name="adj" fmla="val 6667"/>
            </a:avLst>
          </a:prstGeom>
          <a:solidFill>
            <a:srgbClr val="F778BA"/>
          </a:solidFill>
          <a:ln/>
        </p:spPr>
      </p:sp>
      <p:sp>
        <p:nvSpPr>
          <p:cNvPr id="28" name="Text 26"/>
          <p:cNvSpPr/>
          <p:nvPr/>
        </p:nvSpPr>
        <p:spPr>
          <a:xfrm>
            <a:off x="6812280" y="43434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 pagos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275320" y="3246120"/>
            <a:ext cx="1463040" cy="1828800"/>
          </a:xfrm>
          <a:prstGeom prst="roundRect">
            <a:avLst>
              <a:gd name="adj" fmla="val 5000"/>
            </a:avLst>
          </a:prstGeom>
          <a:solidFill>
            <a:srgbClr val="21262D"/>
          </a:solidFill>
          <a:ln/>
        </p:spPr>
      </p:sp>
      <p:sp>
        <p:nvSpPr>
          <p:cNvPr id="30" name="Shape 28"/>
          <p:cNvSpPr/>
          <p:nvPr/>
        </p:nvSpPr>
        <p:spPr>
          <a:xfrm>
            <a:off x="8412480" y="3383280"/>
            <a:ext cx="1188720" cy="822960"/>
          </a:xfrm>
          <a:prstGeom prst="roundRect">
            <a:avLst>
              <a:gd name="adj" fmla="val 6667"/>
            </a:avLst>
          </a:prstGeom>
          <a:solidFill>
            <a:srgbClr val="F778BA"/>
          </a:solidFill>
          <a:ln/>
        </p:spPr>
      </p:sp>
      <p:sp>
        <p:nvSpPr>
          <p:cNvPr id="31" name="Text 29"/>
          <p:cNvSpPr/>
          <p:nvPr/>
        </p:nvSpPr>
        <p:spPr>
          <a:xfrm>
            <a:off x="8412480" y="43434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 tareas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875520" y="3246120"/>
            <a:ext cx="1463040" cy="1828800"/>
          </a:xfrm>
          <a:prstGeom prst="roundRect">
            <a:avLst>
              <a:gd name="adj" fmla="val 5000"/>
            </a:avLst>
          </a:prstGeom>
          <a:solidFill>
            <a:srgbClr val="21262D"/>
          </a:solidFill>
          <a:ln/>
        </p:spPr>
      </p:sp>
      <p:sp>
        <p:nvSpPr>
          <p:cNvPr id="33" name="Shape 31"/>
          <p:cNvSpPr/>
          <p:nvPr/>
        </p:nvSpPr>
        <p:spPr>
          <a:xfrm>
            <a:off x="10012680" y="3383280"/>
            <a:ext cx="1188720" cy="822960"/>
          </a:xfrm>
          <a:prstGeom prst="roundRect">
            <a:avLst>
              <a:gd name="adj" fmla="val 6667"/>
            </a:avLst>
          </a:prstGeom>
          <a:solidFill>
            <a:srgbClr val="F778BA"/>
          </a:solidFill>
          <a:ln/>
        </p:spPr>
      </p:sp>
      <p:sp>
        <p:nvSpPr>
          <p:cNvPr id="34" name="Text 32"/>
          <p:cNvSpPr/>
          <p:nvPr/>
        </p:nvSpPr>
        <p:spPr>
          <a:xfrm>
            <a:off x="10012680" y="43434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de Discord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Roadmap  ·  Bonus — GitHub Pages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F778B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de 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713232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sitio por perfil, o uno por proyecto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822960" y="1645920"/>
            <a:ext cx="5120640" cy="3291840"/>
          </a:xfrm>
          <a:prstGeom prst="roundRect">
            <a:avLst>
              <a:gd name="adj" fmla="val 3889"/>
            </a:avLst>
          </a:prstGeom>
          <a:solidFill>
            <a:srgbClr val="24292F"/>
          </a:solidFill>
          <a:ln/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88720" y="19659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/ Org Page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188720" y="24688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E7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usuario.github.io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2971800"/>
            <a:ext cx="4389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único sitio por cuenta, ideal para el portafolio general. Vive en el repo usuario.github.io.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0" y="1645920"/>
            <a:ext cx="5120640" cy="3291840"/>
          </a:xfrm>
          <a:prstGeom prst="roundRect">
            <a:avLst>
              <a:gd name="adj" fmla="val 3889"/>
            </a:avLst>
          </a:prstGeom>
          <a:solidFill>
            <a:srgbClr val="F778BA"/>
          </a:solidFill>
          <a:ln/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66560" y="19659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Page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766560" y="24688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usuario.github.io/proyecto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766560" y="2971800"/>
            <a:ext cx="4389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sitio por repositorio, ideal para la documentación o demo de ese proyecto puntual.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22960" y="52120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un portafolio, lo típico es usar la User Page como landing y linkear desde ahí a Project Pages con el detalle de cada proyecto.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Roadmap  ·  Bonus — GitHub Pages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F778B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de 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713232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Activar GitHub Pages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212080" cy="3291840"/>
          </a:xfrm>
          <a:prstGeom prst="roundRect">
            <a:avLst>
              <a:gd name="adj" fmla="val 2778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002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Pages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2103120"/>
            <a:ext cx="47548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7627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14400" y="243230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 from a branch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" y="2926080"/>
            <a:ext cx="47548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99923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14400" y="325526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  /  docs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" y="3749040"/>
            <a:ext cx="47548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82219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domain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14400" y="407822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(opcional) tu-dominio.com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7920" y="1417320"/>
            <a:ext cx="5120640" cy="2267712"/>
          </a:xfrm>
          <a:prstGeom prst="roundRect">
            <a:avLst>
              <a:gd name="adj" fmla="val 3629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1417320"/>
            <a:ext cx="5120640" cy="329184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0" y="1527048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0" name="Shape 18"/>
          <p:cNvSpPr/>
          <p:nvPr/>
        </p:nvSpPr>
        <p:spPr>
          <a:xfrm>
            <a:off x="6638544" y="1527048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1" name="Shape 19"/>
          <p:cNvSpPr/>
          <p:nvPr/>
        </p:nvSpPr>
        <p:spPr>
          <a:xfrm>
            <a:off x="6876288" y="1527048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0" y="141732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537960" y="18928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Mover el sitio a la carpeta docs/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537960" y="21671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778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docs &amp;&amp; mv index.html docs/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537960" y="24414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Commitear y subir los cambios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537960" y="2715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778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docs &amp;&amp; git commit -m "docs"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537960" y="2990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778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origin main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537960" y="32644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Activar Pages: source main /docs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48640" y="4937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También podés publicar desde una branch dedicada (gh-pages) o, como veremos, con un workflow de GitHub Actions.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Roadmap  ·  Bonus — GitHub Pages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F778B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 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713232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del repositorio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822960" y="1417320"/>
            <a:ext cx="6675120" cy="4187952"/>
          </a:xfrm>
          <a:prstGeom prst="roundRect">
            <a:avLst>
              <a:gd name="adj" fmla="val 1965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417320"/>
            <a:ext cx="6675120" cy="329184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1527048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1243584" y="1527048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481328" y="1527048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4206240" y="141732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estructura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143000" y="189280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📁 ana-perez.github.io/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216712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📄 _config.yml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244144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📁 _projects/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271576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📄 api-pagos.md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299008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📄 app-tareas.md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326440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📄 bot-discord.md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353872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📁 assets/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43000" y="381304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📁 img/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408736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📁 css/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3000" y="436168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📄 index.html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3000" y="463600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📄 CNAME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43000" y="491032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📁 .github/workflows/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43000" y="518464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📄 deploy.yml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772400" y="14630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778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_projects/  </a:t>
            </a:r>
            <a:pPr algn="l"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archivo por proyecto del portafolio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0" y="23317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778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assets/  </a:t>
            </a:r>
            <a:pPr algn="l"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Imágenes, capturas de pantalla y estilos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72400" y="32004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778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CNAME  </a:t>
            </a:r>
            <a:pPr algn="l"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dominio personalizado, si tenés uno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0" y="40690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778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.github/workflows/  </a:t>
            </a:r>
            <a:pPr algn="l"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workflow que arma y publica el sitio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Roadmap  ·  Bonus — GitHub Pages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F778B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 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713232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Configurar el sitio con Jekyll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822960" y="1371600"/>
            <a:ext cx="5120640" cy="2267712"/>
          </a:xfrm>
          <a:prstGeom prst="roundRect">
            <a:avLst>
              <a:gd name="adj" fmla="val 3629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371600"/>
            <a:ext cx="5120640" cy="329184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1481328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1243584" y="1481328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481328" y="1481328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2651760" y="137160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_config.yml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143000" y="1847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title:</a:t>
            </a:r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Ana Pérez — Portfolio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21214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description:</a:t>
            </a:r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Proyectos de software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23957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theme:</a:t>
            </a:r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minima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2670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collections: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29443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projects: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32186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output: true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1371600"/>
            <a:ext cx="5120640" cy="2267712"/>
          </a:xfrm>
          <a:prstGeom prst="roundRect">
            <a:avLst>
              <a:gd name="adj" fmla="val 3629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1371600"/>
            <a:ext cx="5120640" cy="329184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0" y="1481328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1" name="Shape 19"/>
          <p:cNvSpPr/>
          <p:nvPr/>
        </p:nvSpPr>
        <p:spPr>
          <a:xfrm>
            <a:off x="6638544" y="1481328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2" name="Shape 20"/>
          <p:cNvSpPr/>
          <p:nvPr/>
        </p:nvSpPr>
        <p:spPr>
          <a:xfrm>
            <a:off x="6876288" y="1481328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3" name="Text 21"/>
          <p:cNvSpPr/>
          <p:nvPr/>
        </p:nvSpPr>
        <p:spPr>
          <a:xfrm>
            <a:off x="8046720" y="137160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_projects/api-pagos.md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537960" y="1847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37960" y="21214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title:</a:t>
            </a:r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API de pagos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37960" y="23957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stack:</a:t>
            </a:r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Node.js, PostgreSQL, Docker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37960" y="2670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2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repo:</a:t>
            </a:r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github.com/ana/api-pagos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537960" y="29443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537960" y="32186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Descripción del proyecto...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22960" y="395935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Jekyll (el generador que usa GitHub Pages por defecto) arma cada página combinando esta configuración con el contenido de cada archivo.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Roadmap  ·  Bonus — GitHub Pages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F778B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de 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713232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Publicar con GitHub Actions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822960" y="1371600"/>
            <a:ext cx="10515600" cy="3639312"/>
          </a:xfrm>
          <a:prstGeom prst="roundRect">
            <a:avLst>
              <a:gd name="adj" fmla="val 2261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371600"/>
            <a:ext cx="10515600" cy="329184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1481328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1243584" y="1481328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481328" y="1481328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0" y="137160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deploy.yml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143000" y="184708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Deploy portfolio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212140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239572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push: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267004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branches: [main]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294436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jobs: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321868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deploy: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349300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runs-on: ubuntu-latest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43000" y="376732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steps: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404164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actions/checkout@v4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3000" y="431596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run: npm ci &amp;&amp; npm run build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3000" y="459028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actions/deploy-pages@v4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519379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Útil cuando el sitio no es Jekyll puro: por ejemplo, un portafolio armado con React, Astro o Hugo que necesita un build antes de publicarse.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Roadmap  ·  Bonus — GitHub Pages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F778B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de 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713232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Secciones típicas de un portafolio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161B22"/>
          </a:solidFill>
          <a:ln/>
          <a:effectLst>
            <a:outerShdw sx="100000" sy="100000" kx="0" ky="0" algn="bl" rotWithShape="0" blurRad="63500" dist="25400" dir="54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9659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778B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306324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Nombre, rol y una frase que resuma tu perfil como desarrollador/a.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29000" y="1691640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161B22"/>
          </a:solidFill>
          <a:ln/>
          <a:effectLst>
            <a:outerShdw sx="100000" sy="100000" kx="0" ky="0" algn="bl" rotWithShape="0" blurRad="63500" dist="25400" dir="5400000">
              <a:srgbClr val="000000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0" y="19659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778BA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57600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Proyectos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57600" y="306324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Tarjetas con los proyectos más relevantes: nombre, stack y un link.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09360" y="1691640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161B22"/>
          </a:solidFill>
          <a:ln/>
          <a:effectLst>
            <a:outerShdw sx="100000" sy="100000" kx="0" ky="0" algn="bl" rotWithShape="0" blurRad="63500" dist="254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37960" y="19659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778BA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37960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37960" y="306324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detalle de 1–2 proyectos: problema, decisiones y resultado.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189720" y="1691640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161B22"/>
          </a:solidFill>
          <a:ln/>
          <a:effectLst>
            <a:outerShdw sx="100000" sy="100000" kx="0" ky="0" algn="bl" rotWithShape="0" blurRad="63500" dist="25400" dir="5400000">
              <a:srgbClr val="000000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418320" y="19659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778BA"/>
          </a:solidFill>
          <a:ln/>
        </p:spPr>
      </p:sp>
      <p:sp>
        <p:nvSpPr>
          <p:cNvPr id="23" name="Text 21"/>
          <p:cNvSpPr/>
          <p:nvPr/>
        </p:nvSpPr>
        <p:spPr>
          <a:xfrm>
            <a:off x="94183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418320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Contacto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418320" y="306324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LinkedIn y GitHub — la forma de seguir la conversación.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Roadmap  ·  Bonus — GitHub Pages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F778B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de 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713232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study: “API de pagos”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24292F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0574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51460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cobraba manualmente y perdía tiempo conciliando pagos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63240" y="3017520"/>
            <a:ext cx="256032" cy="0"/>
          </a:xfrm>
          <a:prstGeom prst="line">
            <a:avLst/>
          </a:prstGeom>
          <a:noFill/>
          <a:ln w="25400">
            <a:solidFill>
              <a:srgbClr val="24292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319272" y="182880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57606A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02152" y="20574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02152" y="251460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Node.js, PostgreSQL, Stripe, Docker, desplegado con GitHub Actions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33872" y="3017520"/>
            <a:ext cx="256032" cy="0"/>
          </a:xfrm>
          <a:prstGeom prst="line">
            <a:avLst/>
          </a:prstGeom>
          <a:noFill/>
          <a:ln w="25400">
            <a:solidFill>
              <a:srgbClr val="24292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089904" y="182880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F778BA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72784" y="20574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72784" y="251460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+ webhook de Stripe + cola de reintentos para pagos fallidos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604504" y="3017520"/>
            <a:ext cx="256032" cy="0"/>
          </a:xfrm>
          <a:prstGeom prst="line">
            <a:avLst/>
          </a:prstGeom>
          <a:noFill/>
          <a:ln w="25400">
            <a:solidFill>
              <a:srgbClr val="24292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860536" y="182880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1A7F37"/>
          </a:solidFill>
          <a:ln/>
          <a:effectLst>
            <a:outerShdw sx="100000" sy="100000" kx="0" ky="0" algn="bl" rotWithShape="0" blurRad="508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043416" y="20574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043416" y="251460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Conciliación automática: de 3 horas semanales a 5 minutos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4805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buen case study cuenta una historia corta: qué problema había, qué decisiones se tomaron y qué cambió al final — más que solo listar tecnologías.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Roadmap  ·  Bonus — GitHub Pages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F778B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de 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713232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Dominio personalizado y HTTPS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822960" y="1417320"/>
            <a:ext cx="4937760" cy="896112"/>
          </a:xfrm>
          <a:prstGeom prst="roundRect">
            <a:avLst>
              <a:gd name="adj" fmla="val 9184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417320"/>
            <a:ext cx="4937760" cy="329184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1527048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1243584" y="1527048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481328" y="1527048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2468880" y="141732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CNAME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143000" y="18928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anaperez.dev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254203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archivo CNAME en la raíz del repo le dice a GitHub Pages qué dominio propio debe responder.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17920" y="1417320"/>
            <a:ext cx="5120640" cy="594360"/>
          </a:xfrm>
          <a:prstGeom prst="roundRect">
            <a:avLst>
              <a:gd name="adj" fmla="val 9231"/>
            </a:avLst>
          </a:prstGeom>
          <a:solidFill>
            <a:srgbClr val="24292F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141732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498080" y="14173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DNS a crear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2075688"/>
            <a:ext cx="512064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2075688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498080" y="207568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185.199.108.153 (y las otras 3 IPs de GitHub Pages)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2734056"/>
            <a:ext cx="5120640" cy="594360"/>
          </a:xfrm>
          <a:prstGeom prst="roundRect">
            <a:avLst>
              <a:gd name="adj" fmla="val 9231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2734056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CNAME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498080" y="2734056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 → ana-perez.github.io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3529584"/>
            <a:ext cx="5120640" cy="502920"/>
          </a:xfrm>
          <a:prstGeom prst="roundRect">
            <a:avLst>
              <a:gd name="adj" fmla="val 18182"/>
            </a:avLst>
          </a:prstGeom>
          <a:solidFill>
            <a:srgbClr val="F778BA"/>
          </a:solidFill>
          <a:ln/>
        </p:spPr>
      </p:sp>
      <p:sp>
        <p:nvSpPr>
          <p:cNvPr id="24" name="Text 22"/>
          <p:cNvSpPr/>
          <p:nvPr/>
        </p:nvSpPr>
        <p:spPr>
          <a:xfrm>
            <a:off x="6355080" y="352958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HTTPS ✓ — se activa solo, minutos después de verificar el dominio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Roadmap  ·  Bonus — GitHub Pages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F778B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de 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713232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 antes de publicar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1064240" cy="676656"/>
          </a:xfrm>
          <a:prstGeom prst="roundRect">
            <a:avLst>
              <a:gd name="adj" fmla="val 10811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746504"/>
            <a:ext cx="292608" cy="292608"/>
          </a:xfrm>
          <a:prstGeom prst="ellipse">
            <a:avLst/>
          </a:prstGeom>
          <a:solidFill>
            <a:srgbClr val="F778B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7465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554480"/>
            <a:ext cx="10058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sitio carga bien en usuario.github.io/repo (rutas relativas correctas)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395728"/>
            <a:ext cx="1106424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587752"/>
            <a:ext cx="292608" cy="292608"/>
          </a:xfrm>
          <a:prstGeom prst="ellipse">
            <a:avLst/>
          </a:prstGeom>
          <a:solidFill>
            <a:srgbClr val="F778BA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587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2395728"/>
            <a:ext cx="10058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proyecto tiene su tarjeta con link al repo o a la demo en vivo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236976"/>
            <a:ext cx="11064240" cy="676656"/>
          </a:xfrm>
          <a:prstGeom prst="roundRect">
            <a:avLst>
              <a:gd name="adj" fmla="val 10811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429000"/>
            <a:ext cx="292608" cy="292608"/>
          </a:xfrm>
          <a:prstGeom prst="ellipse">
            <a:avLst/>
          </a:prstGeom>
          <a:solidFill>
            <a:srgbClr val="F778BA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429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3236976"/>
            <a:ext cx="10058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case study explica el problema y el resultado, no solo el stack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4078224"/>
            <a:ext cx="1106424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270248"/>
            <a:ext cx="292608" cy="292608"/>
          </a:xfrm>
          <a:prstGeom prst="ellipse">
            <a:avLst/>
          </a:prstGeom>
          <a:solidFill>
            <a:srgbClr val="F778BA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270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80160" y="4078224"/>
            <a:ext cx="10058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dominio personalizado (si hay) resuelve y HTTPS está activo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4919472"/>
            <a:ext cx="11064240" cy="676656"/>
          </a:xfrm>
          <a:prstGeom prst="roundRect">
            <a:avLst>
              <a:gd name="adj" fmla="val 10811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" y="5111496"/>
            <a:ext cx="292608" cy="292608"/>
          </a:xfrm>
          <a:prstGeom prst="ellipse">
            <a:avLst/>
          </a:prstGeom>
          <a:solidFill>
            <a:srgbClr val="F778BA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5111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280160" y="4919472"/>
            <a:ext cx="10058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README del repo del portafolio explica cómo correrlo localmente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Roadmap  ·  Bonus — GitHub Pages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05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77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esto, el roadmap está completo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94360" y="14173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 portafolio, publicado en tu propio dominio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161B22"/>
          </a:solidFill>
          <a:ln w="12700">
            <a:solidFill>
              <a:srgbClr val="F778B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46888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386584" y="2468880"/>
            <a:ext cx="1965960" cy="384048"/>
          </a:xfrm>
          <a:prstGeom prst="roundRect">
            <a:avLst>
              <a:gd name="adj" fmla="val 19048"/>
            </a:avLst>
          </a:prstGeom>
          <a:solidFill>
            <a:srgbClr val="161B22"/>
          </a:solidFill>
          <a:ln w="12700">
            <a:solidFill>
              <a:srgbClr val="F778B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86584" y="246888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Activación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98848" y="2468880"/>
            <a:ext cx="1965960" cy="384048"/>
          </a:xfrm>
          <a:prstGeom prst="roundRect">
            <a:avLst>
              <a:gd name="adj" fmla="val 19048"/>
            </a:avLst>
          </a:prstGeom>
          <a:solidFill>
            <a:srgbClr val="161B22"/>
          </a:solidFill>
          <a:ln w="12700">
            <a:solidFill>
              <a:srgbClr val="F778B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98848" y="246888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611112" y="246888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161B22"/>
          </a:solidFill>
          <a:ln w="12700">
            <a:solidFill>
              <a:srgbClr val="F778B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11112" y="246888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357616" y="2468880"/>
            <a:ext cx="1691640" cy="384048"/>
          </a:xfrm>
          <a:prstGeom prst="roundRect">
            <a:avLst>
              <a:gd name="adj" fmla="val 19048"/>
            </a:avLst>
          </a:prstGeom>
          <a:solidFill>
            <a:srgbClr val="161B22"/>
          </a:solidFill>
          <a:ln w="12700">
            <a:solidFill>
              <a:srgbClr val="F778B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57616" y="246888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383280"/>
            <a:ext cx="3566160" cy="1280160"/>
          </a:xfrm>
          <a:prstGeom prst="roundRect">
            <a:avLst>
              <a:gd name="adj" fmla="val 8571"/>
            </a:avLst>
          </a:prstGeom>
          <a:solidFill>
            <a:srgbClr val="161B22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5478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Volver</a:t>
            </a:r>
            <a:endParaRPr lang="en-US" sz="1100" dirty="0"/>
          </a:p>
        </p:txBody>
      </p:sp>
      <p:sp>
        <p:nvSpPr>
          <p:cNvPr id="16" name="Text 14">
            <a:hlinkClick r:id="rId1" tooltip="Abrir nivel3-avanzado.pptx"/>
          </p:cNvPr>
          <p:cNvSpPr/>
          <p:nvPr/>
        </p:nvSpPr>
        <p:spPr>
          <a:xfrm>
            <a:off x="868680" y="38404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Abrir nivel3-avanzado.pptx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Nivel 3: Avanzado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archivos .pptx deben guardarse en la misma carpeta para que los enlaces funcionen.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Roadmap  ·  Bonus — GitHub Pages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2026-08-10T20:29:25Z</dcterms:created>
  <dcterms:modified xsi:type="dcterms:W3CDTF">2026-08-10T20:29:25Z</dcterms:modified>
</cp:coreProperties>
</file>